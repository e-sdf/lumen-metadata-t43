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deck generated from the notebook. Populations are live Elasticsearch counts; recovery rates and timings come from the notebook's own runs (1,000-profile samples for the author work, 100 documents for licenses).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frame: these are two different problems that happen to share a pipeline and an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Counts are live from Elasticsearch on 21 Aug 2026 and move a little between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Populations are live counts; the recovered column is the notebook's 1,000-profile run per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highest-yield repair in the project: the identifier is already in the field, it just has to be resolved. 0.209s per profile, so the whole 2,869 is a ten-minute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of the slide: this is a source-data problem, not an algorithm problem. Escalate to the providers rather than spending more runtime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1,000-profile sample for each problem, so the three bars are comparable.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registry walked a shared list inside the thread pool, so the answer depended on which future finished first. Splitting the phases is what makes the result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Sampling matters: report the sample size with the result. The same 100 profiles produced 100 identities before the DOI and co-author evidence existed.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DOI is asked once per distinct DOI and cached, so the cost grows with the number of papers, not with the number of profiles.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Sampling matters: at 100 profiles nothing merged at all. At 1,000 a single cluster of 94 appears. Report the sample size with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Clustering emits a cluster_id; the heuristic only recorded aka_of as a name. An identity key has to be an 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largest data-quality gap in GoTriple.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rung is cheaper than the one below it, so the ladder is ordered by cost as well as by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Sample of 100 documents drawn from the unresolved population. The failure reasons are recorded per document, so the 32 can be triaged rather than guessed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Timings are wall clock from the notebook's runs — 1,000 profiles for 1.1, 100 records for the rest, licenses with 10 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recommendations follow from the measured yields; the open question is a judgement call for the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Anyone can re-run the notebook and get today's numbers; the tables in it are rendered from the run rather than typed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4400" b="1">
                <a:solidFill>
                  <a:srgbClr val="0B0B0B"/>
                </a:solidFill>
                <a:latin typeface="Calibri"/>
              </a:defRPr>
            </a:pPr>
            <a:r>
              <a:t>GoTriple metadata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54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52514E"/>
                </a:solidFill>
                <a:latin typeface="Calibri"/>
              </a:defRPr>
            </a:pPr>
            <a:r>
              <a:t>Two data-quality gaps, what fixes them, and what fixing them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898781"/>
                </a:solidFill>
                <a:latin typeface="Calibri"/>
              </a:defRPr>
            </a:pPr>
            <a:r>
              <a:t>Draft · 21 August 2026 · Paulo Pimenta</a:t>
            </a:r>
          </a:p>
          <a:p>
            <a:pPr algn="l"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898781"/>
                </a:solidFill>
                <a:latin typeface="Calibri"/>
              </a:defRPr>
            </a:pPr>
            <a:r>
              <a:t>Generated from main.ipynb — every figure is a measured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WHAT THIS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Two unrelated problems, one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52514E"/>
                </a:solidFill>
                <a:latin typeface="Calibri"/>
              </a:defRPr>
            </a:pPr>
            <a:r>
              <a:t>•   Broken author names — an ORCID sitting in the name field, empty names, URLs and bare digits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52514E"/>
                </a:solidFill>
                <a:latin typeface="Calibri"/>
              </a:defRPr>
            </a:pPr>
            <a:r>
              <a:t>•   Duplicate author identities — many profiles, one person, and no id to join them on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52514E"/>
                </a:solidFill>
                <a:latin typeface="Calibri"/>
              </a:defRPr>
            </a:pPr>
            <a:r>
              <a:t>•   Missing licenses — 95% of documents carry no usable license value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900">
                <a:solidFill>
                  <a:srgbClr val="52514E"/>
                </a:solidFill>
                <a:latin typeface="Calibri"/>
              </a:defRPr>
            </a:pPr>
            <a:r>
              <a:t>•   For each: the strategy, the measured yield, and the wall-clock cost of running it for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480560"/>
            <a:ext cx="10911535" cy="147904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4480560"/>
            <a:ext cx="82296" cy="147904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626864"/>
            <a:ext cx="10326319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2A78D6"/>
                </a:solidFill>
                <a:latin typeface="Calibri"/>
              </a:defRPr>
            </a:pPr>
            <a:r>
              <a:t>The short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087874"/>
            <a:ext cx="10326319" cy="6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Names with an ORCID are essentially solved (100% recovered). Empty and junk names are not recoverable from the outside. Licenses recover at 68% but the full population is months of runtime.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THE TWO INDEXES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The scale of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2A78D6"/>
                </a:solidFill>
                <a:latin typeface="Calibri"/>
              </a:defRPr>
            </a:pPr>
            <a:r>
              <a:t>23.8M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300" b="0">
                <a:solidFill>
                  <a:srgbClr val="52514E"/>
                </a:solidFill>
                <a:latin typeface="Calibri"/>
              </a:defRPr>
            </a:pPr>
            <a:r>
              <a:t>author profiles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  <a:defRPr sz="1300" b="0">
                <a:solidFill>
                  <a:srgbClr val="52514E"/>
                </a:solidFill>
                <a:latin typeface="Calibri"/>
              </a:defRPr>
            </a:pPr>
            <a:r>
              <a:t>triple-profiles-prod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0332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2A78D6"/>
                </a:solidFill>
                <a:latin typeface="Calibri"/>
              </a:defRPr>
            </a:pPr>
            <a:r>
              <a:t>6,740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300" b="0">
                <a:solidFill>
                  <a:srgbClr val="52514E"/>
                </a:solidFill>
                <a:latin typeface="Calibri"/>
              </a:defRPr>
            </a:pPr>
            <a:r>
              <a:t>profiles whose name is broken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  <a:defRPr sz="1300" b="0">
                <a:solidFill>
                  <a:srgbClr val="52514E"/>
                </a:solidFill>
                <a:latin typeface="Calibri"/>
              </a:defRPr>
            </a:pPr>
            <a:r>
              <a:t>0.03% of the index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202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3796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2A78D6"/>
                </a:solidFill>
                <a:latin typeface="Calibri"/>
              </a:defRPr>
            </a:pPr>
            <a:r>
              <a:t>40.2M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300" b="0">
                <a:solidFill>
                  <a:srgbClr val="52514E"/>
                </a:solidFill>
                <a:latin typeface="Calibri"/>
              </a:defRPr>
            </a:pPr>
            <a:r>
              <a:t>documents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  <a:defRPr sz="1300" b="0">
                <a:solidFill>
                  <a:srgbClr val="52514E"/>
                </a:solidFill>
                <a:latin typeface="Calibri"/>
              </a:defRPr>
            </a:pPr>
            <a:r>
              <a:t>triple-documents-prod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920240"/>
            <a:ext cx="265176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72600" y="2103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200" b="1">
                <a:solidFill>
                  <a:srgbClr val="D03B3B"/>
                </a:solidFill>
                <a:latin typeface="Calibri"/>
              </a:defRPr>
            </a:pPr>
            <a:r>
              <a:t>38.3M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74320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  <a:defRPr sz="1300" b="0">
                <a:solidFill>
                  <a:srgbClr val="52514E"/>
                </a:solidFill>
                <a:latin typeface="Calibri"/>
              </a:defRPr>
            </a:pPr>
            <a:r>
              <a:t>documents with no usable license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  <a:defRPr sz="1300" b="0">
                <a:solidFill>
                  <a:srgbClr val="52514E"/>
                </a:solidFill>
                <a:latin typeface="Calibri"/>
              </a:defRPr>
            </a:pPr>
            <a:r>
              <a:t>95% of the index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434840"/>
            <a:ext cx="10911535" cy="147904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40080" y="4434840"/>
            <a:ext cx="82296" cy="147904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581144"/>
            <a:ext cx="10326319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2A78D6"/>
                </a:solidFill>
                <a:latin typeface="Calibri"/>
              </a:defRPr>
            </a:pPr>
            <a:r>
              <a:t>Different orders of magnitude, different responses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042154"/>
            <a:ext cx="10326319" cy="6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6,740 broken names is a finite, one-off repair job. 38.3M missing licenses is a population no end-to-end run can clear — it has to be scoped.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A name breaks in three distinct ways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10911533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692"/>
                <a:gridCol w="3709921"/>
                <a:gridCol w="1309384"/>
                <a:gridCol w="2836999"/>
                <a:gridCol w="2400537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§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is wrong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profiles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the run settled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outlook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an ORCID sits inside the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2,869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100 of 100 recovered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almost all recoverable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1.2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the name is empty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2,039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0 of 100 recovered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rarely recoverable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the name is a URL or bare digits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1,832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100 of 100 are repository ids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not people at 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4114800"/>
            <a:ext cx="10911535" cy="174574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4114800"/>
            <a:ext cx="82296" cy="174574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261104"/>
            <a:ext cx="10326319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2A78D6"/>
                </a:solidFill>
                <a:latin typeface="Calibri"/>
              </a:defRPr>
            </a:pPr>
            <a:r>
              <a:t>Three problems, three different answers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722114"/>
            <a:ext cx="10326319" cy="88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An ORCID in the name is an identifier we can resolve. An empty name is an absence — nothing in the record points at the person. And a bare number is not a broken name at all: it is a repository's own author id, which no amount of looking up will turn into a person.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1.1  The name contains an ORCID</a:t>
            </a:r>
          </a:p>
        </p:txBody>
      </p:sp>
      <p:pic>
        <p:nvPicPr>
          <p:cNvPr id="4" name="Picture 3" descr="fig_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74" y="1600200"/>
            <a:ext cx="7203852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21040" y="1920240"/>
            <a:ext cx="3291840" cy="297713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321040" y="1920240"/>
            <a:ext cx="82296" cy="2977134"/>
          </a:xfrm>
          <a:prstGeom prst="round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13648" y="2066544"/>
            <a:ext cx="2706624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0CA30C"/>
                </a:solidFill>
                <a:latin typeface="Calibri"/>
              </a:defRPr>
            </a:pPr>
            <a:r>
              <a:t>100 of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3648" y="2527554"/>
            <a:ext cx="2706624" cy="2113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99 names came back from the ORCID API; 1 was cleaned in place.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At 0.184s a profile, the whole population of 2,869 is a nine-minute job.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1.2 / 1.3  Empty names, and numbers that are not names</a:t>
            </a:r>
          </a:p>
        </p:txBody>
      </p:sp>
      <p:pic>
        <p:nvPicPr>
          <p:cNvPr id="4" name="Picture 3" descr="fig_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176" y="1554480"/>
            <a:ext cx="4248767" cy="2697480"/>
          </a:xfrm>
          <a:prstGeom prst="rect">
            <a:avLst/>
          </a:prstGeom>
        </p:spPr>
      </p:pic>
      <p:pic>
        <p:nvPicPr>
          <p:cNvPr id="5" name="Picture 4" descr="fig_1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808" y="1554480"/>
            <a:ext cx="4288063" cy="2697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434840"/>
            <a:ext cx="10911535" cy="174574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640080" y="4434840"/>
            <a:ext cx="82296" cy="1745742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581144"/>
            <a:ext cx="10326319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D03B3B"/>
                </a:solidFill>
                <a:latin typeface="Calibri"/>
              </a:defRPr>
            </a:pPr>
            <a:r>
              <a:t>Different problems, not 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042154"/>
            <a:ext cx="10326319" cy="88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Empty names: 0 of 100 recovered — the record carries nothing that identifies the person. Bare digits: 100 of 100 are a repository's author id published as a second dc:creator, so the owner is the name beside it and the profile should be removed, not repaired.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What that adds up to</a:t>
            </a:r>
          </a:p>
        </p:txBody>
      </p:sp>
      <p:pic>
        <p:nvPicPr>
          <p:cNvPr id="4" name="Picture 3" descr="chart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7680960" cy="2865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0" y="2194560"/>
            <a:ext cx="2926080" cy="286969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595360" y="2194560"/>
            <a:ext cx="82296" cy="286969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2340864"/>
            <a:ext cx="2340864" cy="729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2A78D6"/>
                </a:solidFill>
                <a:latin typeface="Calibri"/>
              </a:defRPr>
            </a:pPr>
            <a:r>
              <a:t>Where the effort pays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3125724"/>
            <a:ext cx="2340864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§1.1 is worth running at scale today. §1.3 is a deletion job, not a repair job. Only §1.2 needs the data fixed upstream, at the provider.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1.4  Disambiguation is a different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52514E"/>
                </a:solidFill>
                <a:latin typeface="Calibri"/>
              </a:defRPr>
            </a:pPr>
            <a:r>
              <a:t>Not "what is this person called" but "are these records the same person" — so it is solved by clustering, not by lookups.</a:t>
            </a:r>
          </a:p>
        </p:txBody>
      </p:sp>
      <p:pic>
        <p:nvPicPr>
          <p:cNvPr id="5" name="Picture 4" descr="fig_1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521" y="1965960"/>
            <a:ext cx="4669997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55279" y="1965960"/>
            <a:ext cx="3657600" cy="420852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955279" y="1965960"/>
            <a:ext cx="82296" cy="4208526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7888" y="2112264"/>
            <a:ext cx="3072384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2A78D6"/>
                </a:solidFill>
                <a:latin typeface="Calibri"/>
              </a:defRPr>
            </a:pPr>
            <a:r>
              <a:t>Three phases, on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7888" y="2573274"/>
            <a:ext cx="3072384" cy="3345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Phase 1 resolves each record alone, in parallel — thread order cannot change the answer.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Phase 1b collects what the index does not hold: ORCID and affiliation from the DOI, co-authors from the documents index.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Phase 2 sees the whole set at once and merges only on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1.4  What clustering decided</a:t>
            </a:r>
          </a:p>
        </p:txBody>
      </p:sp>
      <p:pic>
        <p:nvPicPr>
          <p:cNvPr id="4" name="Picture 3" descr="chart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7223760" cy="360748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138160" y="1874519"/>
            <a:ext cx="3474720" cy="4101083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138160" y="1874519"/>
            <a:ext cx="82296" cy="4101083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30768" y="2020824"/>
            <a:ext cx="2889503" cy="729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2A78D6"/>
                </a:solidFill>
                <a:latin typeface="Calibri"/>
              </a:defRPr>
            </a:pPr>
            <a:r>
              <a:t>74 identities from 100 profiles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2805684"/>
            <a:ext cx="2889503" cy="291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26 records merged. On the index alone the same 100 profiles produced 100 identities and not one merge — there was nothing to merge on.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Where evidence is still absent the pipeline splits: a false merge fuses two researchers' publication lists.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Where that evidence came from</a:t>
            </a:r>
          </a:p>
        </p:txBody>
      </p:sp>
      <p:pic>
        <p:nvPicPr>
          <p:cNvPr id="4" name="Picture 3" descr="chart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7498079" cy="269560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2103120"/>
            <a:ext cx="3291840" cy="35676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229600" y="2103120"/>
            <a:ext cx="82296" cy="3567684"/>
          </a:xfrm>
          <a:prstGeom prst="round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22208" y="2249424"/>
            <a:ext cx="2706624" cy="729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0CA30C"/>
                </a:solidFill>
                <a:latin typeface="Calibri"/>
              </a:defRPr>
            </a:pPr>
            <a:r>
              <a:t>None of it is in the 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8" y="3034284"/>
            <a:ext cx="2706624" cy="238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The profiles index holds no ORCID and no organisation for these people.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One lookup per distinct DOI — 83 for 100 profiles — plus the author lists already in the documents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Why co-authors settle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52514E"/>
                </a:solidFill>
                <a:latin typeface="Calibri"/>
              </a:defRPr>
            </a:pPr>
            <a:r>
              <a:t>Two people who share a name do not share a circle of collaborators. The same person usually does.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2057400"/>
          <a:ext cx="10911534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5151"/>
                <a:gridCol w="1964076"/>
                <a:gridCol w="2182307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two records named Wang, Y.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co-authors in common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Flight delays during solar flares  ·  Effects of space weather on flight delays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one person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…either of those  ·  Estimation of soil organic carbon (Koc)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different people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749039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500">
                <a:solidFill>
                  <a:srgbClr val="52514E"/>
                </a:solidFill>
                <a:latin typeface="Calibri"/>
              </a:defRPr>
            </a:pPr>
            <a:r>
              <a:t>•   The two space-weather papers arrived under different GoTriple ids and carry different DOIs — neither the document id nor the DOI would have joined them.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500">
                <a:solidFill>
                  <a:srgbClr val="52514E"/>
                </a:solidFill>
                <a:latin typeface="Calibri"/>
              </a:defRPr>
            </a:pPr>
            <a:r>
              <a:t>•   The Koc paper's Wang, Y. turns out to be Ya-nan Wang: a different person, and no shared collaborator says so.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500">
                <a:solidFill>
                  <a:srgbClr val="52514E"/>
                </a:solidFill>
                <a:latin typeface="Calibri"/>
              </a:defRPr>
            </a:pPr>
            <a:r>
              <a:t>•   The rule asks for two shared co-authors, never one, and ignores papers with more than 25 authors — inside a large collaboration everybody shares everybody.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1. AUTHORS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Why the old heuristic was replaced</a:t>
            </a:r>
          </a:p>
        </p:txBody>
      </p:sp>
      <p:pic>
        <p:nvPicPr>
          <p:cNvPr id="4" name="Picture 3" descr="fig_1_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61" y="1600200"/>
            <a:ext cx="6192037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0" y="210312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First match wins, so the arrival order of threads decides the grouping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Groups are keyed by the master's *name* — two different people with one name collapse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Entries absorb every variant they touch, so they match ever more easily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Its ORCID shortcut was an empty `break`: two records with the same ORCID became two authors.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2. LICENSES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38.3M documents carry no usable license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920240"/>
          <a:ext cx="585215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8339"/>
                <a:gridCol w="2223820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license value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documents</a:t>
                      </a:r>
                    </a:p>
                  </a:txBody>
                  <a:tcPr anchor="ctr">
                    <a:solidFill>
                      <a:srgbClr val="2A78D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undefined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37,151,960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other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1,715,493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"" (empty string)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field absent entirely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167</a:t>
                      </a:r>
                    </a:p>
                  </a:txBody>
                  <a:tcPr anchor="ctr">
                    <a:solidFill>
                      <a:srgbClr val="F0EFE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carry both other and undefined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400">
                          <a:solidFill>
                            <a:srgbClr val="52514E"/>
                          </a:solidFill>
                          <a:latin typeface="Calibri"/>
                        </a:defRPr>
                      </a:pPr>
                      <a:r>
                        <a:t>538,188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858000" y="1920240"/>
            <a:ext cx="475488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858000" y="1920240"/>
            <a:ext cx="82296" cy="2377440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50608" y="2066544"/>
            <a:ext cx="4169664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D03B3B"/>
                </a:solidFill>
                <a:latin typeface="Calibri"/>
              </a:defRPr>
            </a:pPr>
            <a:r>
              <a:t>One population, not three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50608" y="2527554"/>
            <a:ext cx="4169664" cy="1415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538,188 documents sit in two buckets at once, so the values cannot be added up. The pipeline treats the whole set as a single "unresolved" group of 38,329,432 documents — 95% of the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2. LICENSES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The recovery ladder</a:t>
            </a:r>
          </a:p>
        </p:txBody>
      </p:sp>
      <p:pic>
        <p:nvPicPr>
          <p:cNvPr id="4" name="Picture 3" descr="fig_2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87" y="1554480"/>
            <a:ext cx="5800064" cy="4480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2011680"/>
            <a:ext cx="37490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Known OA publisher or a hal.science URL — answered without a request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Scrape the landing page: dc.rights, &lt;link rel=license&gt;, a CC link, an OA badge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The DOI through Crossref, then OpenAlex — both cached, both polite-pool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The handle through OAI-PMH, whose endpoints answer when the page 403s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400">
                <a:solidFill>
                  <a:srgbClr val="52514E"/>
                </a:solidFill>
                <a:latin typeface="Calibri"/>
              </a:defRPr>
            </a:pPr>
            <a:r>
              <a:t>•   Failing all five, record which step ran out, not just "unknown"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2. LICENSES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Two thirds of them can be recovered</a:t>
            </a:r>
          </a:p>
        </p:txBody>
      </p:sp>
      <p:pic>
        <p:nvPicPr>
          <p:cNvPr id="4" name="Picture 3" descr="chart_lice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6858000" cy="36669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72400" y="2011680"/>
            <a:ext cx="3840480" cy="324383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772400" y="2011680"/>
            <a:ext cx="82296" cy="3243834"/>
          </a:xfrm>
          <a:prstGeom prst="round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65008" y="2157984"/>
            <a:ext cx="3255264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0CA30C"/>
                </a:solidFill>
                <a:latin typeface="Calibri"/>
              </a:defRPr>
            </a:pPr>
            <a:r>
              <a:t>68 of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65008" y="2618994"/>
            <a:ext cx="3255264" cy="2380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HAL alone accounts for 27 — a single provider rule covers a quarter of the sample.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Of the 32 that failed: 24 had no license anywhere on the page, 5 were blocked with HTTP 403, 2 timed out, 1 had no usable URL.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3.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What running it for real costs</a:t>
            </a:r>
          </a:p>
        </p:txBody>
      </p:sp>
      <p:pic>
        <p:nvPicPr>
          <p:cNvPr id="4" name="Picture 3" descr="chart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37360"/>
            <a:ext cx="7589520" cy="307986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0" y="2194560"/>
            <a:ext cx="3017520" cy="38343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8595360" y="2194560"/>
            <a:ext cx="82296" cy="3834384"/>
          </a:xfrm>
          <a:prstGeom prst="roundRect">
            <a:avLst/>
          </a:prstGeom>
          <a:solidFill>
            <a:srgbClr val="D0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2340864"/>
            <a:ext cx="2432303" cy="729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D03B3B"/>
                </a:solidFill>
                <a:latin typeface="Calibri"/>
              </a:defRPr>
            </a:pPr>
            <a:r>
              <a:t>~84 days for the license population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87968" y="3125724"/>
            <a:ext cx="2432303" cy="2647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38.3M documents at the measured 0.190s each.</a:t>
            </a: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</a:p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§1.3 fell from 0.305s to 0.043s a record: recognising a repository id costs one batched query, where chasing a name for it cost a lookup per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What to do with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Run 1.1 across all 2,869 profiles now — nine minutes of runtime, ~100% yield.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Delete the 513 bare-number profiles: they are repository ids, and each one's owner is already known.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Raise the empty names with the providers — nothing downstream can recover them.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Adopt clustering, with the DOI and co-author evidence: on the index alone it merges nothing.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Scope the license job by provider or by license value. Start with HAL — 27 of the 69 hits.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709160"/>
            <a:ext cx="10911535" cy="147904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82296" cy="1479042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4855464"/>
            <a:ext cx="10326319" cy="406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 sz="1700" b="1">
                <a:solidFill>
                  <a:srgbClr val="2A78D6"/>
                </a:solidFill>
                <a:latin typeface="Calibri"/>
              </a:defRPr>
            </a:pPr>
            <a:r>
              <a:t>Open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316474"/>
            <a:ext cx="10326319" cy="61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  <a:defRPr sz="1400" b="0">
                <a:solidFill>
                  <a:srgbClr val="52514E"/>
                </a:solidFill>
                <a:latin typeface="Calibri"/>
              </a:defRPr>
            </a:pPr>
            <a:r>
              <a:t>None of this has ground truth. A false merge is worse than a missed one, so the pipeline splits when the evidence is thin — that trade-off deserves a decision, not a default.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2A78D6"/>
                </a:solidFill>
                <a:latin typeface="Calibri"/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0B0B0B"/>
                </a:solidFill>
                <a:latin typeface="Calibri"/>
              </a:defRPr>
            </a:pPr>
            <a:r>
              <a:t>Reproducing any of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main.ipynb — every strategy, the Elasticsearch query actually executed, and a timed live run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AUTHOR_SAMPLE and DOCUMENT_SAMPLE at the top drive every number in the notebook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run_pipeline.py — the same pipelines, prompt-driven, for a scoped production run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data/output/ — one Excel report per job, with the per-record reason it succeeded or failed</a:t>
            </a:r>
          </a:p>
          <a:p>
            <a:pPr>
              <a:lnSpc>
                <a:spcPct val="115000"/>
              </a:lnSpc>
              <a:spcAft>
                <a:spcPts val="1400"/>
              </a:spcAft>
              <a:defRPr sz="1700">
                <a:solidFill>
                  <a:srgbClr val="52514E"/>
                </a:solidFill>
                <a:latin typeface="Calibri"/>
              </a:defRPr>
            </a:pPr>
            <a:r>
              <a:t>•   tests/test_clustering.py — the merge rules and a determinism check, offline, in a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  <a:defRPr sz="1300" b="0">
                <a:solidFill>
                  <a:srgbClr val="898781"/>
                </a:solidFill>
                <a:latin typeface="Calibri"/>
              </a:defRPr>
            </a:pPr>
            <a:r>
              <a:t>Credentials live in .env (git-ignored). Counts in this deck were taken on 21 August 2026 against triple-profiles-prod and triple-documents-prod.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898781"/>
                </a:solidFill>
                <a:latin typeface="Calibri"/>
              </a:defRPr>
            </a:pPr>
            <a:r>
              <a:t>GoTriple metadata cleaning · draft ·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